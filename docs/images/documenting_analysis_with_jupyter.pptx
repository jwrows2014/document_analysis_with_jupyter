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93E59D-D316-C542-9634-1AA62651DEAD}" v="9" dt="2024-08-01T15:30:58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17" d="100"/>
          <a:sy n="117" d="100"/>
        </p:scale>
        <p:origin x="14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CFCE0-3EFE-A88D-E435-16880C810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95E39-A349-1BFB-B92A-E5E984B6E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119DA-59D2-1FF1-674C-ACF0F82AF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F3B14-48DE-C64F-AA94-60736E59860D}" type="datetimeFigureOut">
              <a:rPr lang="en-US" smtClean="0"/>
              <a:t>7/31/24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D0344-442A-D495-86D8-03B7A298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1F1F8-B92C-6D4D-8E8A-8C3C925A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206FE-9EE7-674F-A065-4C3C395B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7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9C185-1ACF-2C66-F072-757337808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AB669-0A35-A1FD-228E-932A553AD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9BCAC-908F-E6BE-5671-7D3A665BF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F3B14-48DE-C64F-AA94-60736E59860D}" type="datetimeFigureOut">
              <a:rPr lang="en-US" smtClean="0"/>
              <a:t>7/31/24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EDFE5-6C72-5DE8-B773-3D3AE9286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49313-B889-EC42-5D77-F40ABD17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206FE-9EE7-674F-A065-4C3C395B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37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2571A-F29B-7C08-E393-0702B3927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708C0-EE61-BFB7-8D84-A698D215C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FC2BD-3127-26C8-93EF-CF2044831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F3B14-48DE-C64F-AA94-60736E59860D}" type="datetimeFigureOut">
              <a:rPr lang="en-US" smtClean="0"/>
              <a:t>7/31/24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9DB0D-1B31-3899-94EE-A791817D7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29D3C-9B6D-D52A-BFC4-9FA36D6A4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206FE-9EE7-674F-A065-4C3C395B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04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A7C4D-B9D1-4C8A-5B35-924136D3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989FE-F7B4-9DAF-2512-1BBAF3AF0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1EBDA-A6AB-2CBE-C004-44A36013A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9BBBA-D5F1-736F-B34C-0F836F7D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F3B14-48DE-C64F-AA94-60736E59860D}" type="datetimeFigureOut">
              <a:rPr lang="en-US" smtClean="0"/>
              <a:t>7/31/24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21273-2505-C44D-6FB4-4F161B0E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C1E0D-EEAB-1017-6D57-B04DC31B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206FE-9EE7-674F-A065-4C3C395B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37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15703-D188-0BDD-9AEC-5AF61379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03B0D-D4FF-5C1E-E957-9B51F72FC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EA8C0-B448-E8B7-E818-B79429162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4D795-6FB3-E4D5-3679-90E5C343BF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FC5D5B-9EB3-2DC0-DBED-1CC8DCAA3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8EDE1-40C7-B597-3A90-BF27C51E5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F3B14-48DE-C64F-AA94-60736E59860D}" type="datetimeFigureOut">
              <a:rPr lang="en-US" smtClean="0"/>
              <a:t>7/31/24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F2B57-A1B5-6E06-BF0D-61E49EAE1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0BB150-DC49-4E94-B5EA-75599CD1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206FE-9EE7-674F-A065-4C3C395B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81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C836-344A-FE3F-64A0-DC252132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0E7E6-2996-649E-60B8-7F40AA6D8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F3B14-48DE-C64F-AA94-60736E59860D}" type="datetimeFigureOut">
              <a:rPr lang="en-US" smtClean="0"/>
              <a:t>7/31/24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85B7B-DAC3-A56A-B3D7-8583F41B9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4100E-849C-9E23-FCDE-922212D2D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206FE-9EE7-674F-A065-4C3C395B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34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1239C3-AB2A-B35E-D619-5B1A79AB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F3B14-48DE-C64F-AA94-60736E59860D}" type="datetimeFigureOut">
              <a:rPr lang="en-US" smtClean="0"/>
              <a:t>7/31/24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BE0BD6-AEF8-9E45-E9D4-0546A0EE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60730-1941-178A-2C1C-F899E6AD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206FE-9EE7-674F-A065-4C3C395B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92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ACC32-E391-928B-ACF7-9D9A00B2D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9EE7B-2E50-2DBA-D39E-0DA981017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C264E-AE94-6B9A-3C20-9197472E9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984A6-CA66-2384-87F1-62AFF5CBF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F3B14-48DE-C64F-AA94-60736E59860D}" type="datetimeFigureOut">
              <a:rPr lang="en-US" smtClean="0"/>
              <a:t>7/31/24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5CC51-C8B0-4BA5-09C1-C4BFD22D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B53E8-29D3-BB0C-09F3-A34E58D6D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206FE-9EE7-674F-A065-4C3C395B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13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90C71-0A1A-C1E4-3FF7-AF31DC00A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557F9-74B9-A148-5339-076DB784D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2D6FA-64FE-B416-118E-0B87ADF5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4C748-9BA5-F69B-C257-5B25F9138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F3B14-48DE-C64F-AA94-60736E59860D}" type="datetimeFigureOut">
              <a:rPr lang="en-US" smtClean="0"/>
              <a:t>7/31/24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D02E0-281B-9EF8-8E1A-3EC052245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044B3-6609-2236-CCB8-62C9162B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206FE-9EE7-674F-A065-4C3C395B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5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AA90-30E7-1D06-B2E0-782DA3C5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90A32-4898-C669-C042-FB8DE725E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A71BD-3AAF-503C-32F3-394D629F9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F3B14-48DE-C64F-AA94-60736E59860D}" type="datetimeFigureOut">
              <a:rPr lang="en-US" smtClean="0"/>
              <a:t>7/31/24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8B8A1-BDC1-3F68-5A55-4CB7D795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975EA-DE04-4B15-8259-FDAFBF92F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206FE-9EE7-674F-A065-4C3C395B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74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DBC06-F0E8-AEDE-D247-120175CBC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942CE3-832E-DC9D-1971-0224BD447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6F8B1-852F-E7F5-694A-4EE834CF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F3B14-48DE-C64F-AA94-60736E59860D}" type="datetimeFigureOut">
              <a:rPr lang="en-US" smtClean="0"/>
              <a:t>7/31/24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DC77A-AFD4-DC92-777B-5C3128B0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42C0-DCFD-02E5-863E-4E6930520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206FE-9EE7-674F-A065-4C3C395B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63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1C754-38D1-CDCE-C6FF-E565A4914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F8CEB-D8AF-E420-CD2F-409F7D322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85448-2F10-CD68-646C-871DEF2B6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F3B14-48DE-C64F-AA94-60736E59860D}" type="datetimeFigureOut">
              <a:rPr lang="en-US" smtClean="0"/>
              <a:t>7/31/24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188A2-F611-B16B-BF61-566CD4E3A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20ED2-20DA-F102-7559-76FDC646E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206FE-9EE7-674F-A065-4C3C395B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6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5D55D5F0-2F05-C0D3-8542-6A9DD6B50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88" y="841865"/>
            <a:ext cx="11015345" cy="57207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36DD70-4408-6839-BC36-BED94D4BE658}"/>
              </a:ext>
            </a:extLst>
          </p:cNvPr>
          <p:cNvSpPr txBox="1"/>
          <p:nvPr/>
        </p:nvSpPr>
        <p:spPr>
          <a:xfrm>
            <a:off x="6350449" y="2920032"/>
            <a:ext cx="1268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Code cell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27A8C-52C8-F9F4-E2B6-C9E83C346DDE}"/>
              </a:ext>
            </a:extLst>
          </p:cNvPr>
          <p:cNvSpPr txBox="1"/>
          <p:nvPr/>
        </p:nvSpPr>
        <p:spPr>
          <a:xfrm>
            <a:off x="3382952" y="377992"/>
            <a:ext cx="735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Save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BB8F29-46FF-29E6-D7FA-F50434405F95}"/>
              </a:ext>
            </a:extLst>
          </p:cNvPr>
          <p:cNvCxnSpPr>
            <a:cxnSpLocks/>
          </p:cNvCxnSpPr>
          <p:nvPr/>
        </p:nvCxnSpPr>
        <p:spPr>
          <a:xfrm>
            <a:off x="3750570" y="739857"/>
            <a:ext cx="0" cy="524908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2956BD8-3979-7B5B-C6ED-FA69F17AB040}"/>
              </a:ext>
            </a:extLst>
          </p:cNvPr>
          <p:cNvSpPr txBox="1"/>
          <p:nvPr/>
        </p:nvSpPr>
        <p:spPr>
          <a:xfrm>
            <a:off x="4436383" y="258065"/>
            <a:ext cx="626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Run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6FE599-5036-DF4B-0CA2-C52A08233CDD}"/>
              </a:ext>
            </a:extLst>
          </p:cNvPr>
          <p:cNvCxnSpPr>
            <a:cxnSpLocks/>
          </p:cNvCxnSpPr>
          <p:nvPr/>
        </p:nvCxnSpPr>
        <p:spPr>
          <a:xfrm>
            <a:off x="4759703" y="578047"/>
            <a:ext cx="0" cy="69907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524035-BFDF-CB17-CB52-DDCC11399B22}"/>
              </a:ext>
            </a:extLst>
          </p:cNvPr>
          <p:cNvCxnSpPr>
            <a:cxnSpLocks/>
          </p:cNvCxnSpPr>
          <p:nvPr/>
        </p:nvCxnSpPr>
        <p:spPr>
          <a:xfrm flipH="1">
            <a:off x="8871857" y="714339"/>
            <a:ext cx="566057" cy="98383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83320E-9B86-7AF8-3273-76B2291AD307}"/>
              </a:ext>
            </a:extLst>
          </p:cNvPr>
          <p:cNvSpPr txBox="1"/>
          <p:nvPr/>
        </p:nvSpPr>
        <p:spPr>
          <a:xfrm>
            <a:off x="8522585" y="394467"/>
            <a:ext cx="1830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Formatted text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088621-CFF4-B8BD-0F24-80B6EE4EB402}"/>
              </a:ext>
            </a:extLst>
          </p:cNvPr>
          <p:cNvSpPr txBox="1"/>
          <p:nvPr/>
        </p:nvSpPr>
        <p:spPr>
          <a:xfrm>
            <a:off x="8104267" y="4740478"/>
            <a:ext cx="1050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FF0000"/>
                </a:solidFill>
              </a:rPr>
              <a:t>Outout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AA383405-8D5A-C681-8231-B3F651214FA7}"/>
              </a:ext>
            </a:extLst>
          </p:cNvPr>
          <p:cNvSpPr/>
          <p:nvPr/>
        </p:nvSpPr>
        <p:spPr>
          <a:xfrm rot="5400000">
            <a:off x="10256758" y="1820334"/>
            <a:ext cx="272145" cy="289080"/>
          </a:xfrm>
          <a:prstGeom prst="rightBrace">
            <a:avLst>
              <a:gd name="adj1" fmla="val 8333"/>
              <a:gd name="adj2" fmla="val 42468"/>
            </a:avLst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E77E6-EEDA-FB71-F6C5-90BB50D60DBE}"/>
              </a:ext>
            </a:extLst>
          </p:cNvPr>
          <p:cNvSpPr txBox="1"/>
          <p:nvPr/>
        </p:nvSpPr>
        <p:spPr>
          <a:xfrm>
            <a:off x="9826164" y="2062446"/>
            <a:ext cx="11333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Insert new cell</a:t>
            </a:r>
          </a:p>
        </p:txBody>
      </p:sp>
    </p:spTree>
    <p:extLst>
      <p:ext uri="{BB962C8B-B14F-4D97-AF65-F5344CB8AC3E}">
        <p14:creationId xmlns:p14="http://schemas.microsoft.com/office/powerpoint/2010/main" val="1583839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10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Wu, Joe (NIH/NCI) [C]</dc:creator>
  <cp:lastModifiedBy>Wu, Joe (NIH/NCI) [C]</cp:lastModifiedBy>
  <cp:revision>1</cp:revision>
  <dcterms:created xsi:type="dcterms:W3CDTF">2024-07-31T21:17:03Z</dcterms:created>
  <dcterms:modified xsi:type="dcterms:W3CDTF">2024-08-01T15:32:27Z</dcterms:modified>
</cp:coreProperties>
</file>